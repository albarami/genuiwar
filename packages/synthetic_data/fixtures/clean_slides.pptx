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Performance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key metrics for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12% year-over-year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operational efficiency in Q2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